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E30611"/>
                </a:solidFill>
                <a:latin typeface="Arial"/>
              </a:rPr>
              <a:t>МТС · Трек 1</a:t>
            </a:r>
          </a:p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ИИ-секретарь,</a:t>
            </a:r>
          </a:p>
          <a:p>
            <a:pPr algn="l"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который не пропускает важные звонки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C8C8CE"/>
                </a:solidFill>
                <a:latin typeface="Arial"/>
              </a:rPr>
              <a:t>Услуга в приложении МТС + Telegram: подключение за минуты,
голосовой ответ, резюме Ивану, контроль сценариев.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40080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Питч + живое демо  ·  CJM: Иван Петров  ·  Space CorpAcc with МТС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Проблема: входящие съедают внимание и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Иван Петров, 42 — IT-предприниматель. Трубка звонит, когда он на совещании.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Пропустил лид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Важный клиент не дозвонился.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Сделка ушла конкуренту.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Иван узнаёт об этом слишком поздно.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Непрофессиональный 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Сам берёт трубку на бегу.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Нет контекста, срывается тон.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Бренд компании «плывёт».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Рутина вместо бизнеса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Спам, FAQ, «ошибся номером».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Часы в неделю — впустую.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Нет силы нанять секретаря.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Инсайт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Ивану нужен не «ещё один чат-бот», а секретарь на линии.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0195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≤ 5 минут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9339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Подключить без интеграторов и IT-отдела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889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78892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5351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Контроль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04495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Свои сценарии, правила, правки ответов 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4048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0507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Эскалация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9651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Важное — сразу ему; рутину закрыть самому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2039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892039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56631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Канал МТС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148071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Уже в приложении и мессенджере, которым он пользуется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Что мы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Рабочий прототип услуги: приложение + бот + голосовой агент.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73152" cy="402336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Приложение МТС (Flet)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77440"/>
            <a:ext cx="50749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Вход по номеру → каталог → согласие → Подключить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Шаблоны ответов: список, добавить, выключить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Настройки: голос / текст / гибрид + правила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История линии: вход, выход, резюме, правка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Дашборд: важные / намерения / действия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39496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73152" cy="402336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984248"/>
            <a:ext cx="4983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Telegram + голос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377440"/>
            <a:ext cx="498348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Кнопка бота сразу после подключения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Демо-звонок: приветствие голосом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ГС абонента → STT → LLM → TTS → ответ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Пуши и дашборд Ивану в мессенджере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Карточка звонка попадает в историю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Ценность для Ивана — и для МТС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73152" cy="429768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755648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Для Ивана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148840"/>
            <a:ext cx="507492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Не пропускает важное, пока на совещании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Профессиональный голос бренда на линии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Резюме и расшифровка — в один клик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Правит сценарии без разработчика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Горячая линия (заглушка демо) — если ИИ ошибся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554480"/>
            <a:ext cx="73152" cy="429768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755648"/>
            <a:ext cx="4983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Для МТС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148840"/>
            <a:ext cx="4983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Новая услуга в уже существующих каналах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Дистрибуция: приложение + бот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Потенциал ARPU малого бизнеса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Сценарий монетизации: с баланса / пакеты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Путь в SIP / ЦОД / биллинг оператора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Как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Стек под демо жюри: быстро поднять, честно показать fallback.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Клиент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7830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Flet-приложение «как МТС»  ·  Telegram-бот (aiogram)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2316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06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FastAPI  ·  история / настройки / правила / сценарии / hotline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4612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Интеллект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29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YandexGPT + routing rules  ·  training examples в промпте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6908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2519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Речь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251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SpeechKit STT/TTS  ·  fallback: Whisper + pyttsx3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204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5074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SQLite по линии  ·  секреты только в .env (не в git)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Закрываем ТЗ трека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Не чеклист ради галочек — то, что Иван реально получит.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91440" cy="713232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Подключение ≤ 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78308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Онбординг в приложении, /ready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2316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423160"/>
            <a:ext cx="91440" cy="713232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Голос или чат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60604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Способ ответа + action_required агента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246120"/>
            <a:ext cx="91440" cy="713232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Суть обращения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42900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STT + резюме + карточка в истории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06908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69080"/>
            <a:ext cx="91440" cy="713232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Контроль Ивана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25196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Шаблоны, правила, правка ответа ИИ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9204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892040"/>
            <a:ext cx="91440" cy="713232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07492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Конфиденциальность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07492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Согласие, disclosure, секреты, fallback локально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Живое демо · ~3–4 минуты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Сценарий демонстрации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Показываем путь Ивана целиком — от подключения до карточки звонка.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920240"/>
            <a:ext cx="2194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E30611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97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4612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Вход по номеру → Подключить услугу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920240"/>
            <a:ext cx="2194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21488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E30611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697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Контроль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24612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Шаблон приветствия + правило (человек / спам)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920240"/>
            <a:ext cx="2194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1488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E30611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697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Бот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324612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Открыть Telegram → «Начать звонок»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39" y="1920240"/>
            <a:ext cx="2194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19" y="21488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E30611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2697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Голос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324612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Агент здоровается голосом → вы отвечаете ГС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38360" y="1920240"/>
            <a:ext cx="2194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21488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E30611"/>
                </a:solidFill>
                <a:latin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2697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Итог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324612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Ответ голосом + резюме в истории / важных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Запасной план: если микрофон капризничает — текстовая реплика в боте. Эскалация на человека — честная заглушка демо.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Что жюри должно увидеть в демо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Три «вау»-момента — не технический тур.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109728" cy="1143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38528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«Подняли за минуты»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Из каталога услуг — в рабочую линию без кода и SIP-настроек.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63240"/>
            <a:ext cx="111556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063240"/>
            <a:ext cx="109728" cy="1143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64408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«Говорит как секретарь»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Голосовое приветствие и ответ по сути; Ивану — короткое резюме.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389120"/>
            <a:ext cx="111556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389120"/>
            <a:ext cx="109728" cy="1143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90288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«Иван управляет»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Поменяли шаблон / правило — и это видно в поведении на следующем звонке.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Как встраиваемся в МТС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Прототип уже сидит в каналах оператора. Дальше — инфраструктура МТС, не наш pet-проект.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89280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Сейчас (демо)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286000"/>
            <a:ext cx="32461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UX приложения МТС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Бот как канал пушей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YandexGPT + SpeechKit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Локальный fallback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89280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Следующий шаг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286000"/>
            <a:ext cx="32461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SIP / стрим в трубку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Биллинг с баланса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МТС ID / auth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ЦОД МТС, без зарубежного облака для ПДн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69164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1" y="1892808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Монетизация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1" y="2286000"/>
            <a:ext cx="30632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Услуга в каталоге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Пакеты Basic / Plus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ARPU micro-business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Потом B2B-линии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Доверие на линии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Звонок — чувствительные данные. Это часть продажи.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011680"/>
            <a:ext cx="21945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011680"/>
            <a:ext cx="2194560" cy="10972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2377440"/>
            <a:ext cx="187451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Согласие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3200400"/>
            <a:ext cx="187451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Оферта при подключении услуги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011680"/>
            <a:ext cx="21945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0" y="2011680"/>
            <a:ext cx="2194560" cy="10972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2377440"/>
            <a:ext cx="187451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Disclosure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3200400"/>
            <a:ext cx="187451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Абоненту ясно: отвечает 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011680"/>
            <a:ext cx="21945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2011680"/>
            <a:ext cx="2194560" cy="10972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2377440"/>
            <a:ext cx="187451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Изоляция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9512" y="3200400"/>
            <a:ext cx="187451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История только своей линии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39" y="2011680"/>
            <a:ext cx="21945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06639" y="2011680"/>
            <a:ext cx="2194560" cy="10972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71231" y="2377440"/>
            <a:ext cx="187451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Секреты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1" y="3200400"/>
            <a:ext cx="187451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Ключи в .env, не в репозитории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38360" y="2011680"/>
            <a:ext cx="21945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38360" y="2011680"/>
            <a:ext cx="2194560" cy="10972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2952" y="2377440"/>
            <a:ext cx="187451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Прод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02952" y="3200400"/>
            <a:ext cx="187451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Контур МТС / РФ — roadmap на защите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Попробуйте сами · приложение МТС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Откройте веб-приложение по QR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Лёгкая страница МТС на телефоне. Telegram — только кнопка с личным ключом.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8521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 зайти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1. Сканируйте QR → сайт МТС (Flet)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2. Номер → согласие → Подключить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3. «Перейти в Telegram» — личный ключ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4. Подтвердить → демо-звонок в боте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Ссылка: https://lay-mind-excluded-insurance.trycloudflare.com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5C62"/>
                </a:solidFill>
                <a:latin typeface="Arial"/>
              </a:rPr>
              <a:t>QR всегда на веб, не на t.me.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5C62"/>
                </a:solidFill>
                <a:latin typeface="Arial"/>
              </a:rPr>
              <a:t>Жюри без Wi‑Fi: DEMO_WEB_URL (cloudflared).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69164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2057400"/>
            <a:ext cx="3291840" cy="3291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0" y="5440680"/>
            <a:ext cx="4480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8A8A90"/>
                </a:solidFill>
                <a:latin typeface="Arial"/>
              </a:rPr>
              <a:t>https://lay-mind-excluded-insurance.trycloudflare.com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E30611"/>
                </a:solidFill>
                <a:latin typeface="Arial"/>
              </a:rPr>
              <a:t>Итог</a:t>
            </a:r>
          </a:p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Иван не пропускает важное.</a:t>
            </a:r>
          </a:p>
          <a:p>
            <a:pPr algn="l">
              <a:spcAft>
                <a:spcPts val="18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МТС получает услугу в своих каналах.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8C8CE"/>
                </a:solidFill>
                <a:latin typeface="Arial"/>
              </a:rPr>
              <a:t>Дальше — живое демо и QR. Вопросы после.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Ask: поддержка пилота в каналах МТС  ·  обратная связь по CJM Ивана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