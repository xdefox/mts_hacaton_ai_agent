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5" r:id="rId7"/>
    <p:sldId id="267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236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StartUp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Spase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VSTU</a:t>
            </a:r>
            <a:endParaRPr lang="ru-RU" sz="1400" b="1" dirty="0">
              <a:solidFill>
                <a:srgbClr val="E30611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4000" b="1" dirty="0">
                <a:solidFill>
                  <a:srgbClr val="FFFFFF"/>
                </a:solidFill>
                <a:latin typeface="Arial"/>
              </a:rPr>
              <a:t>ИИ-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секретарь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,</a:t>
            </a:r>
          </a:p>
          <a:p>
            <a:pPr algn="l">
              <a:spcAft>
                <a:spcPts val="1400"/>
              </a:spcAft>
            </a:pPr>
            <a:r>
              <a:rPr sz="4000" b="1" dirty="0" err="1">
                <a:solidFill>
                  <a:srgbClr val="FFFFFF"/>
                </a:solidFill>
                <a:latin typeface="Arial"/>
              </a:rPr>
              <a:t>который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пропускает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важные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звонки</a:t>
            </a:r>
            <a:endParaRPr sz="40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1600" b="0" dirty="0" err="1">
                <a:solidFill>
                  <a:srgbClr val="C8C8CE"/>
                </a:solidFill>
                <a:latin typeface="Arial"/>
              </a:rPr>
              <a:t>Услуга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в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приложении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МТС + Telegram: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подключение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за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минуты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
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голосовой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ответ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резюме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Ивану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контроль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сценариев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800"/>
            <a:ext cx="37119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CJM: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Иван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Петров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 ·  Space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CorpAcc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with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Проблема: входящие съедают внимание и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 Петров, 42 — IT-предприниматель. Трубка звонит, когда он на совещании.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Пропустил 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Важный клиент не дозвонился.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Сделка ушла конкуренту.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Иван узнаёт об этом слишком поздно.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Непрофессиональный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Сам берёт трубку на бегу.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контекста, срывается тон.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Бренд компании «плывёт».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4847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Рутина вместо бизнеса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Спам, FAQ, «ошибся номером».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Часы в неделю — впустую.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силы нанять секретаря.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2/</a:t>
            </a:r>
            <a:r>
              <a:rPr lang="ru-RU" sz="1000" b="0" dirty="0">
                <a:solidFill>
                  <a:srgbClr val="8A8A90"/>
                </a:solidFill>
                <a:latin typeface="Arial"/>
              </a:rPr>
              <a:t>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Инсайт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Ивану нужен не «ещё один чат-бот», а секретарь на линии.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≤ 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Подключить без интеграторов и IT-отдела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4495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Свои сценарии, правила, правки ответов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00507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Эскалация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9651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Важное — сразу ему; рутину закрыть самому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39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892039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Канал МТС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48071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Уже в приложении и мессенджере, которым он пользуется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3/</a:t>
            </a:r>
            <a:r>
              <a:rPr lang="ru-RU" sz="1000" b="0" dirty="0">
                <a:solidFill>
                  <a:srgbClr val="8A8A90"/>
                </a:solidFill>
                <a:latin typeface="Arial"/>
              </a:rPr>
              <a:t>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мы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Рабочий прототип услуги: приложение + бот + голосовой агент.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5486400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0352" y="1783080"/>
            <a:ext cx="45719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Приложение МТС (Flet)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40"/>
            <a:ext cx="5074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номеру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каталог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согласие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Шаблоны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ответов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список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добавить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Настройки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текст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гибрид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+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правила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линии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резюме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правка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важные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намерения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действия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2920" y="4161517"/>
            <a:ext cx="5513832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4161517"/>
            <a:ext cx="73152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" y="4256344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A1A1A"/>
                </a:solidFill>
                <a:latin typeface="Arial"/>
              </a:rPr>
              <a:t>Telegram + </a:t>
            </a:r>
            <a:r>
              <a:rPr sz="1500" b="1" dirty="0" err="1">
                <a:solidFill>
                  <a:srgbClr val="1A1A1A"/>
                </a:solidFill>
                <a:latin typeface="Arial"/>
              </a:rPr>
              <a:t>голос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944" y="4705516"/>
            <a:ext cx="49834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Кнопка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бота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сразу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после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подключения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Демо-звонок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приветствие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голосом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5C5C62"/>
                </a:solidFill>
                <a:latin typeface="Arial"/>
              </a:rPr>
              <a:t>ГС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абонента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STT → LLM → TTS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Пуши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и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Ивану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мессенджере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Карточка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звонка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попадает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историю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4/</a:t>
            </a:r>
            <a:r>
              <a:rPr lang="ru-RU" sz="1000" b="0" dirty="0">
                <a:solidFill>
                  <a:srgbClr val="8A8A90"/>
                </a:solidFill>
                <a:latin typeface="Arial"/>
              </a:rPr>
              <a:t>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6C1E457-2452-4F18-8F02-C32B3596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847088"/>
            <a:ext cx="1886771" cy="43068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BFD534E-14D2-4411-B95E-AD865576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052" y="1783080"/>
            <a:ext cx="2943207" cy="43342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Стек под демо жюри: быстро поднять, честно показать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Flet-приложение «как МТС»  ·  Telegram-бот (aiogram)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FastAPI  ·  история / настройки / правила / сценарии / hotline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Интеллект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YandexGPT + routing rules  ·  training examples в промпте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Речь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SpeechKit STT/TTS  ·  fallback: Whisper + pyttsx3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074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SQLite по линии  ·  секреты только в .env (не в git)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lang="ru-RU" sz="1000" b="0" dirty="0">
                <a:solidFill>
                  <a:srgbClr val="8A8A90"/>
                </a:solidFill>
                <a:latin typeface="Arial"/>
              </a:rPr>
              <a:t>5</a:t>
            </a:r>
            <a:r>
              <a:rPr lang="en-US" sz="1000" b="0" dirty="0">
                <a:solidFill>
                  <a:srgbClr val="8A8A90"/>
                </a:solidFill>
                <a:latin typeface="Arial"/>
              </a:rPr>
              <a:t>/</a:t>
            </a:r>
            <a:r>
              <a:rPr lang="ru-RU" sz="1000" dirty="0">
                <a:solidFill>
                  <a:srgbClr val="8A8A9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встраиваемся в МТС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Прототип уже сидит в каналах оператора. Дальше — инфраструктура МТС, не наш pet-проект.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Сейчас (демо)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UX приложения МТС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Бот как канал пушей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YandexGPT + SpeechKit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Локальный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SIP / стрим в трубку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Биллинг с баланса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МТС ID / auth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ЦОД МТС, без зарубежного облака для ПДн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69164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9911" y="1892808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Монетизация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2286000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Услуга в каталоге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Пакеты Basic / Plus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ARPU micro-business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Потом B2B-линии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4" y="6492240"/>
            <a:ext cx="36099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1000" dirty="0">
                <a:solidFill>
                  <a:srgbClr val="8A8A90"/>
                </a:solidFill>
                <a:latin typeface="Arial"/>
              </a:rPr>
              <a:t>6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/</a:t>
            </a:r>
            <a:r>
              <a:rPr lang="en-US" sz="1000" b="0" dirty="0">
                <a:solidFill>
                  <a:srgbClr val="8A8A90"/>
                </a:solidFill>
                <a:latin typeface="Arial"/>
              </a:rPr>
              <a:t>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Кто мы?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34912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Великолепная команда – Два нуля!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47609" y="164592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97317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01992" y="3874429"/>
            <a:ext cx="67518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Влад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32485" y="4236216"/>
            <a:ext cx="3246120" cy="1544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5C5C62"/>
                </a:solidFill>
                <a:latin typeface="Arial"/>
              </a:rPr>
              <a:t>Backend QA Engineer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Вид приложения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</a:t>
            </a:r>
            <a:r>
              <a:rPr lang="en-US" sz="1300" dirty="0" err="1">
                <a:solidFill>
                  <a:srgbClr val="5C5C62"/>
                </a:solidFill>
                <a:latin typeface="Arial"/>
              </a:rPr>
              <a:t>Tg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-</a:t>
            </a:r>
            <a:r>
              <a:rPr lang="ru-RU" sz="1300" dirty="0">
                <a:solidFill>
                  <a:srgbClr val="5C5C62"/>
                </a:solidFill>
                <a:latin typeface="Arial"/>
              </a:rPr>
              <a:t>бот</a:t>
            </a:r>
          </a:p>
          <a:p>
            <a:pPr algn="l">
              <a:spcAft>
                <a:spcPts val="400"/>
              </a:spcAft>
            </a:pPr>
            <a:r>
              <a:rPr lang="ru-RU" sz="1300" b="0" dirty="0">
                <a:solidFill>
                  <a:srgbClr val="5C5C62"/>
                </a:solidFill>
                <a:latin typeface="Arial"/>
              </a:rPr>
              <a:t>- Безопасность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 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@WhatMeIsLove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86791" y="1655053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36499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8888" y="3874429"/>
            <a:ext cx="651140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Дана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18888" y="4251011"/>
            <a:ext cx="324612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5C5C62"/>
                </a:solidFill>
                <a:latin typeface="Arial"/>
              </a:rPr>
              <a:t>Backend &amp; </a:t>
            </a:r>
            <a:r>
              <a:rPr lang="en-US" sz="1300" b="0" dirty="0" err="1">
                <a:solidFill>
                  <a:srgbClr val="5C5C62"/>
                </a:solidFill>
                <a:latin typeface="Arial"/>
              </a:rPr>
              <a:t>Gamedev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lang="ru-RU" sz="1300" b="0" dirty="0">
                <a:solidFill>
                  <a:srgbClr val="5C5C62"/>
                </a:solidFill>
                <a:latin typeface="Arial"/>
              </a:rPr>
              <a:t>разработчик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Голос модели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Обработка сервера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Настройка шаблонов 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@IKnowAllYourSecretss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1000" dirty="0">
                <a:solidFill>
                  <a:srgbClr val="8A8A90"/>
                </a:solidFill>
                <a:latin typeface="Arial"/>
              </a:rPr>
              <a:t>7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/</a:t>
            </a:r>
            <a:r>
              <a:rPr lang="en-US" sz="1000" b="0" dirty="0">
                <a:solidFill>
                  <a:srgbClr val="8A8A90"/>
                </a:solidFill>
                <a:latin typeface="Arial"/>
              </a:rPr>
              <a:t>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21F706B-0E09-42B7-ABB3-344146453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4346" y="1874520"/>
            <a:ext cx="2161492" cy="2161492"/>
          </a:xfrm>
          <a:prstGeom prst="ellipse">
            <a:avLst/>
          </a:prstGeom>
        </p:spPr>
      </p:pic>
      <p:pic>
        <p:nvPicPr>
          <p:cNvPr id="1026" name="Picture 2" descr="profile-avatar">
            <a:extLst>
              <a:ext uri="{FF2B5EF4-FFF2-40B4-BE49-F238E27FC236}">
                <a16:creationId xmlns:a16="http://schemas.microsoft.com/office/drawing/2014/main" id="{C581D9DE-73EC-4579-A095-6CEEABFB8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0923" y="1898614"/>
            <a:ext cx="2210972" cy="2210972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7334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Вопросы и ответы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908891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Буду рад ответить на возникшие вопросы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lang="en-US" sz="1000" b="0" dirty="0">
                <a:solidFill>
                  <a:srgbClr val="8A8A90"/>
                </a:solidFill>
                <a:latin typeface="Arial"/>
              </a:rPr>
              <a:t>8/8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5F1FFD0-9340-4C3D-9169-A401DF816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3" y="1923365"/>
            <a:ext cx="2806652" cy="4211866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95211FA-F839-45AA-B05D-BE1AC80B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598" y="1906612"/>
            <a:ext cx="2764426" cy="413916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1D03B1FF-FDEC-4C48-A6B2-3CC1F62B0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89" y="1866907"/>
            <a:ext cx="3157083" cy="462533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B5FC2EDF-E908-430E-9FFE-B19F898EAA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4072" y="1916526"/>
            <a:ext cx="3087623" cy="4079631"/>
          </a:xfrm>
          <a:prstGeom prst="rect">
            <a:avLst/>
          </a:prstGeom>
        </p:spPr>
      </p:pic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7EB7C011-CAE3-4EDA-A934-6AFA69815AC1}"/>
              </a:ext>
            </a:extLst>
          </p:cNvPr>
          <p:cNvCxnSpPr>
            <a:cxnSpLocks/>
          </p:cNvCxnSpPr>
          <p:nvPr/>
        </p:nvCxnSpPr>
        <p:spPr>
          <a:xfrm flipH="1">
            <a:off x="2966316" y="1999785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4B5455BF-55A9-4412-9EC6-1D425BC18A3B}"/>
              </a:ext>
            </a:extLst>
          </p:cNvPr>
          <p:cNvCxnSpPr>
            <a:cxnSpLocks/>
          </p:cNvCxnSpPr>
          <p:nvPr/>
        </p:nvCxnSpPr>
        <p:spPr>
          <a:xfrm flipH="1">
            <a:off x="5807224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A0CB53A3-A5B1-411E-9CCC-BC5D8CDB4920}"/>
              </a:ext>
            </a:extLst>
          </p:cNvPr>
          <p:cNvCxnSpPr>
            <a:cxnSpLocks/>
          </p:cNvCxnSpPr>
          <p:nvPr/>
        </p:nvCxnSpPr>
        <p:spPr>
          <a:xfrm flipH="1">
            <a:off x="9072431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0E1E73F3-3B31-4497-9BEE-3B50B2B16708}"/>
              </a:ext>
            </a:extLst>
          </p:cNvPr>
          <p:cNvSpPr/>
          <p:nvPr/>
        </p:nvSpPr>
        <p:spPr>
          <a:xfrm>
            <a:off x="5870506" y="6281854"/>
            <a:ext cx="3660070" cy="266202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923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553</Words>
  <Application>Microsoft Office PowerPoint</Application>
  <PresentationFormat>Широкоэкранный</PresentationFormat>
  <Paragraphs>102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Владислав Мещеряк</cp:lastModifiedBy>
  <cp:revision>5</cp:revision>
  <dcterms:created xsi:type="dcterms:W3CDTF">2013-01-27T09:14:16Z</dcterms:created>
  <dcterms:modified xsi:type="dcterms:W3CDTF">2026-10-07T14:13:40Z</dcterms:modified>
  <cp:category/>
</cp:coreProperties>
</file>